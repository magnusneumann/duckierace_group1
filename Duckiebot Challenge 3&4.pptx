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823" r:id="rId1"/>
    <p:sldMasterId id="2147483826" r:id="rId2"/>
    <p:sldMasterId id="2147483841" r:id="rId3"/>
  </p:sldMasterIdLst>
  <p:notesMasterIdLst>
    <p:notesMasterId r:id="rId11"/>
  </p:notesMasterIdLst>
  <p:handoutMasterIdLst>
    <p:handoutMasterId r:id="rId12"/>
  </p:handoutMasterIdLst>
  <p:sldIdLst>
    <p:sldId id="304" r:id="rId4"/>
    <p:sldId id="331" r:id="rId5"/>
    <p:sldId id="328" r:id="rId6"/>
    <p:sldId id="330" r:id="rId7"/>
    <p:sldId id="329" r:id="rId8"/>
    <p:sldId id="332" r:id="rId9"/>
    <p:sldId id="324" r:id="rId10"/>
  </p:sldIdLst>
  <p:sldSz cx="12192000" cy="6858000"/>
  <p:notesSz cx="6858000" cy="9144000"/>
  <p:embeddedFontLst>
    <p:embeddedFont>
      <p:font typeface="Calibri Bold" panose="020F0702030404030204" pitchFamily="34" charset="0"/>
      <p:bold r:id="rId13"/>
    </p:embeddedFont>
  </p:embeddedFontLst>
  <p:defaultTextStyle>
    <a:defPPr>
      <a:defRPr lang="en-US"/>
    </a:defPPr>
    <a:lvl1pPr marL="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214"/>
    <a:srgbClr val="D72300"/>
    <a:srgbClr val="D72305"/>
    <a:srgbClr val="64378C"/>
    <a:srgbClr val="1E4696"/>
    <a:srgbClr val="FFFFFF"/>
    <a:srgbClr val="288732"/>
    <a:srgbClr val="2869AF"/>
    <a:srgbClr val="8C2D82"/>
    <a:srgbClr val="198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2" autoAdjust="0"/>
    <p:restoredTop sz="96184"/>
  </p:normalViewPr>
  <p:slideViewPr>
    <p:cSldViewPr snapToGrid="0" snapToObjects="1">
      <p:cViewPr>
        <p:scale>
          <a:sx n="57" d="100"/>
          <a:sy n="57" d="100"/>
        </p:scale>
        <p:origin x="192" y="3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395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20189E0-1142-8C4C-AC05-A6F1DE011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F4CE7F-CDCE-EE4B-955F-AE4E1EB583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</p:spTree>
    <p:extLst>
      <p:ext uri="{BB962C8B-B14F-4D97-AF65-F5344CB8AC3E}">
        <p14:creationId xmlns:p14="http://schemas.microsoft.com/office/powerpoint/2010/main" val="287341796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F5FE6-0578-6C48-AD34-F15B08E4EDC5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FB68A-13DA-DB4F-867D-DB048D314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9070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jpe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jp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4" Type="http://schemas.openxmlformats.org/officeDocument/2006/relationships/image" Target="../media/image26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2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3672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 dirty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Willkommen!</a:t>
            </a:r>
          </a:p>
          <a:p>
            <a:pPr lvl="0"/>
            <a:r>
              <a:rPr lang="de-DE" dirty="0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0A371-89E2-ED47-9691-9E9170B97B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3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4106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 dirty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Willkommen!</a:t>
            </a:r>
          </a:p>
          <a:p>
            <a:pPr lvl="0"/>
            <a:r>
              <a:rPr lang="de-DE" dirty="0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3" orient="horz" pos="15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D848F20-E885-8540-A608-6B6DA063C4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881001"/>
            <a:ext cx="9601200" cy="14888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Willkommen!</a:t>
            </a:r>
          </a:p>
          <a:p>
            <a:pPr lvl="0"/>
            <a:r>
              <a:rPr lang="de-DE" dirty="0"/>
              <a:t>Hier steht die Headline </a:t>
            </a:r>
            <a:br>
              <a:rPr lang="de-DE" dirty="0"/>
            </a:br>
            <a:r>
              <a:rPr lang="de-DE" dirty="0"/>
              <a:t>der Präsentation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190E2B-E77D-C849-914C-35375BDC90B2}"/>
              </a:ext>
            </a:extLst>
          </p:cNvPr>
          <p:cNvSpPr txBox="1"/>
          <p:nvPr userDrawn="1"/>
        </p:nvSpPr>
        <p:spPr>
          <a:xfrm>
            <a:off x="1063468" y="6629836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dirty="0" err="1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EA4B71-C0F6-A143-91CD-20DCCAFE1E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rgbClr val="D72305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97CFA3-6340-C34D-B768-F7A95EB4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400"/>
            <a:ext cx="1356360" cy="91440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BD6479-55DD-AC47-9F75-3DCC5AA8DA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A9E72F-1ACA-F247-8BD4-0C1BBC4CCD82}"/>
              </a:ext>
            </a:extLst>
          </p:cNvPr>
          <p:cNvSpPr txBox="1"/>
          <p:nvPr userDrawn="1"/>
        </p:nvSpPr>
        <p:spPr>
          <a:xfrm>
            <a:off x="-2382169" y="182897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9C5C9DE-460D-3A49-889E-B30613FE6D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57760" y="7129"/>
            <a:ext cx="12192000" cy="68437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F38B288-F314-D247-B61E-DD5F75161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3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8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6E46402-E95E-8E4B-91CE-C6482D95DF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0" y="1206001"/>
            <a:ext cx="10909303" cy="4599488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Mastertextformat bearbeiten 18pt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18pt</a:t>
            </a:r>
          </a:p>
          <a:p>
            <a:pPr lvl="3"/>
            <a:r>
              <a:rPr lang="de-DE" dirty="0"/>
              <a:t>Vierte Ebene 18pt</a:t>
            </a:r>
          </a:p>
          <a:p>
            <a:pPr lvl="4"/>
            <a:r>
              <a:rPr lang="de-DE" dirty="0"/>
              <a:t>Fünfte Ebene 14,5pt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01185BA-D52F-D14B-86B3-9443C18925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2E72119-490B-1845-9D75-16B134CF87E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97E69B1-EE6A-9E46-A114-65ACB38752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318F462-CCE5-C94F-B170-2AB521F101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0C63B4FA-C073-1D44-BD94-A80B4471D60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C872160C-E371-2E42-9471-C2D3D30ED0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521184" y="7129"/>
            <a:ext cx="12192000" cy="6843742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B2C604-EF2B-4241-9B8D-353525CC64B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36C2A7-C47B-254D-B8A7-9A5F4F781FC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CA1E7AB-4DEA-5C4B-BF0E-2A91CF7C83B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30543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 /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F0FB05-04C2-824E-B783-EC81EB6AD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1" y="1206000"/>
            <a:ext cx="10908000" cy="4599488"/>
          </a:xfrm>
          <a:prstGeom prst="rect">
            <a:avLst/>
          </a:prstGeom>
        </p:spPr>
        <p:txBody>
          <a:bodyPr lIns="0" tIns="0" rIns="0" bIns="0" numCol="2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Mastertextformat bearbeiten 14,5pt</a:t>
            </a:r>
          </a:p>
          <a:p>
            <a:pPr lvl="1"/>
            <a:r>
              <a:rPr lang="de-DE" dirty="0"/>
              <a:t>Zweite Ebene 14,5pt</a:t>
            </a:r>
          </a:p>
          <a:p>
            <a:pPr lvl="2"/>
            <a:r>
              <a:rPr lang="de-DE" dirty="0"/>
              <a:t>Dritte Ebene 14,5pt</a:t>
            </a:r>
          </a:p>
          <a:p>
            <a:pPr lvl="3"/>
            <a:r>
              <a:rPr lang="de-DE" dirty="0"/>
              <a:t>Vierte Ebene 14,5pt</a:t>
            </a:r>
          </a:p>
          <a:p>
            <a:pPr lvl="4"/>
            <a:r>
              <a:rPr lang="de-DE" dirty="0"/>
              <a:t>Fünfte Ebene 14,5pt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dirty="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82DBDE-22F0-EA49-8FE1-81FDE3F246C1}"/>
              </a:ext>
            </a:extLst>
          </p:cNvPr>
          <p:cNvSpPr txBox="1"/>
          <p:nvPr userDrawn="1"/>
        </p:nvSpPr>
        <p:spPr>
          <a:xfrm>
            <a:off x="5916613" y="-285042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2-spaltiger 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6AAFD6B-6B4E-4244-A5BE-4A87DF4104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2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C5E3C4FF-AC9F-F54B-8465-1AC4021BC55E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879FB237-7ED6-3346-A8F6-42573391E72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74AE2D7-E79E-3A47-87A1-AFF2B75759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AAD67889-1293-ED41-AF2F-6BE684E481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C47BBE0-2958-B54C-92CA-A77794DE3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A0D9FB48-6DBE-634D-B186-40432575C26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0982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54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18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graphicFrame>
        <p:nvGraphicFramePr>
          <p:cNvPr id="16" name="Tabellenplatzhalter 3">
            <a:extLst>
              <a:ext uri="{FF2B5EF4-FFF2-40B4-BE49-F238E27FC236}">
                <a16:creationId xmlns:a16="http://schemas.microsoft.com/office/drawing/2014/main" id="{8547AEB8-9C30-F74C-BCA7-E98FD69BF06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30657280"/>
              </p:ext>
            </p:extLst>
          </p:nvPr>
        </p:nvGraphicFramePr>
        <p:xfrm>
          <a:off x="334962" y="1223694"/>
          <a:ext cx="10909300" cy="20505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407453687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035961621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328942624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1653075632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67688811"/>
                    </a:ext>
                  </a:extLst>
                </a:gridCol>
              </a:tblGrid>
              <a:tr h="313200">
                <a:tc>
                  <a:txBody>
                    <a:bodyPr/>
                    <a:lstStyle/>
                    <a:p>
                      <a:r>
                        <a:rPr lang="de-DE" sz="1450" b="0" i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1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2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3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4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5 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381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i="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Kopieren Sie bitte diese Tabelle auf die gewünschte Seite und befüllen Sie diese anschließend</a:t>
                      </a: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3460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0834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4427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305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48792"/>
                  </a:ext>
                </a:extLst>
              </a:tr>
            </a:tbl>
          </a:graphicData>
        </a:graphic>
      </p:graphicFrame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6A71D293-D3EB-7149-8C21-21F0D23695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29D2C92-F854-9545-923A-93B7916AD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CCF20-7C7E-1A46-AA50-89130936CD2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74FDB5-0976-474B-8851-9D4A33AD64E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2A8FAD-934D-2B42-8C2C-1923D097BC3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DB07685-E6B4-5E41-AA73-041CFF227E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7A00F15-E7DE-3D4C-9333-B5BB48AB4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74C0A6CA-28D0-A749-95FC-15B7AB099BC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54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3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966BBF-D8B8-7B4D-BF9D-72B40D878F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800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49EF7359-9E2B-F744-8DAD-214E09ED75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AF4062-03E6-2047-8BC7-38683BFB29F9}"/>
              </a:ext>
            </a:extLst>
          </p:cNvPr>
          <p:cNvSpPr/>
          <p:nvPr userDrawn="1"/>
        </p:nvSpPr>
        <p:spPr>
          <a:xfrm flipV="1">
            <a:off x="4043863" y="-311575"/>
            <a:ext cx="3492000" cy="494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5B160F-37BC-7F45-9C7C-5382F7E693D9}"/>
              </a:ext>
            </a:extLst>
          </p:cNvPr>
          <p:cNvSpPr/>
          <p:nvPr userDrawn="1"/>
        </p:nvSpPr>
        <p:spPr>
          <a:xfrm flipV="1">
            <a:off x="7751763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DF377B-B249-9A49-BCCB-B92E402581A5}"/>
              </a:ext>
            </a:extLst>
          </p:cNvPr>
          <p:cNvSpPr/>
          <p:nvPr userDrawn="1"/>
        </p:nvSpPr>
        <p:spPr>
          <a:xfrm flipV="1">
            <a:off x="333149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A01861-E3E5-2942-82A8-EF942FCBCDA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F4462D4-CE42-1443-AB8A-478C2CA3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0B5E35-EA0F-7F44-9443-E548EA3B39D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184D7E11-A3DD-D949-8E09-0C9A3EA966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06BB9E4-8410-CF4C-BC95-9F8E12F055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B294D36A-65D1-7A4A-B44E-81334D5833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006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547" userDrawn="1">
          <p15:clr>
            <a:srgbClr val="FBAE40"/>
          </p15:clr>
        </p15:guide>
        <p15:guide id="4" pos="2411" userDrawn="1">
          <p15:clr>
            <a:srgbClr val="FBAE40"/>
          </p15:clr>
        </p15:guide>
        <p15:guide id="6" pos="4883" userDrawn="1">
          <p15:clr>
            <a:srgbClr val="FBAE40"/>
          </p15:clr>
        </p15:guide>
        <p15:guide id="8" pos="474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4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BD758-F599-D943-8D6B-A2B167C14F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DF7B0D80-71B2-9948-A1B5-99CCBB2A3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596171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DFB93E-C9FB-2F4F-A89E-2D3DD151F181}"/>
              </a:ext>
            </a:extLst>
          </p:cNvPr>
          <p:cNvSpPr/>
          <p:nvPr userDrawn="1"/>
        </p:nvSpPr>
        <p:spPr>
          <a:xfrm>
            <a:off x="334961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B92E84A-B8AE-D145-8A3D-BE68A470188C}"/>
              </a:ext>
            </a:extLst>
          </p:cNvPr>
          <p:cNvSpPr/>
          <p:nvPr userDrawn="1"/>
        </p:nvSpPr>
        <p:spPr>
          <a:xfrm>
            <a:off x="3106960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522A928-7DD6-974E-B52D-723031A7AB79}"/>
              </a:ext>
            </a:extLst>
          </p:cNvPr>
          <p:cNvSpPr/>
          <p:nvPr userDrawn="1"/>
        </p:nvSpPr>
        <p:spPr>
          <a:xfrm>
            <a:off x="588010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4342483-9666-B94F-AD79-E111B0931C48}"/>
              </a:ext>
            </a:extLst>
          </p:cNvPr>
          <p:cNvSpPr/>
          <p:nvPr userDrawn="1"/>
        </p:nvSpPr>
        <p:spPr>
          <a:xfrm>
            <a:off x="865378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38A97-D27D-B642-B2FD-9744821A9531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486DB35-28E9-BE46-A048-216C46284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35B3D-A935-7941-BAFB-C7A98F057C47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58EC8B0F-9FE3-924D-BEE3-32BD1A4163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BA120F4-9C32-9145-87E0-FF7516589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630DE8FB-031C-8B47-9B34-C2643B033B5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9162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3545" userDrawn="1">
          <p15:clr>
            <a:srgbClr val="FBAE40"/>
          </p15:clr>
        </p15:guide>
        <p15:guide id="4" pos="1958" userDrawn="1">
          <p15:clr>
            <a:srgbClr val="FBAE40"/>
          </p15:clr>
        </p15:guide>
        <p15:guide id="9" pos="3704" userDrawn="1">
          <p15:clr>
            <a:srgbClr val="FBAE40"/>
          </p15:clr>
        </p15:guide>
        <p15:guide id="10" pos="1799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pos="5450" userDrawn="1">
          <p15:clr>
            <a:srgbClr val="FBAE40"/>
          </p15:clr>
        </p15:guide>
        <p15:guide id="13" orient="horz" pos="377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5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24E6A8-E759-6244-8A14-22EACE3B05A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3B3AD157-3097-B94B-8B4F-93D92D84DA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0AD0E32-CD37-B242-A293-35D876572343}"/>
              </a:ext>
            </a:extLst>
          </p:cNvPr>
          <p:cNvSpPr/>
          <p:nvPr userDrawn="1"/>
        </p:nvSpPr>
        <p:spPr>
          <a:xfrm>
            <a:off x="334960" y="-744620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4B0FFD-9D36-4E4C-996B-32AAEF3540FC}"/>
              </a:ext>
            </a:extLst>
          </p:cNvPr>
          <p:cNvSpPr/>
          <p:nvPr userDrawn="1"/>
        </p:nvSpPr>
        <p:spPr>
          <a:xfrm>
            <a:off x="2566988" y="-749506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7BBFDB-6C37-7E43-8398-293C6D67AA98}"/>
              </a:ext>
            </a:extLst>
          </p:cNvPr>
          <p:cNvSpPr/>
          <p:nvPr userDrawn="1"/>
        </p:nvSpPr>
        <p:spPr>
          <a:xfrm>
            <a:off x="4806421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CEC317E-12E9-EA45-A2D8-9A472B7A3B94}"/>
              </a:ext>
            </a:extLst>
          </p:cNvPr>
          <p:cNvSpPr/>
          <p:nvPr userDrawn="1"/>
        </p:nvSpPr>
        <p:spPr>
          <a:xfrm>
            <a:off x="7037387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C6CBEE-1464-424E-BCF5-E682120A6AD1}"/>
              </a:ext>
            </a:extLst>
          </p:cNvPr>
          <p:cNvSpPr/>
          <p:nvPr userDrawn="1"/>
        </p:nvSpPr>
        <p:spPr>
          <a:xfrm>
            <a:off x="9264120" y="-74461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2CE312-C013-B944-847C-B7BC52DDF78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09695DD-E40F-FD4A-8C91-617AB5806E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6A7003-49E0-2846-9672-C857D8C45E91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434AD662-A540-404E-9022-C1BE746588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3D9EAD9D-E600-2044-9062-B1FE5C0CD9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0874B803-122E-8343-8DC2-6DC5DA76A20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249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865" userDrawn="1">
          <p15:clr>
            <a:srgbClr val="FBAE40"/>
          </p15:clr>
        </p15:guide>
        <p15:guide id="4" pos="1617" userDrawn="1">
          <p15:clr>
            <a:srgbClr val="FBAE40"/>
          </p15:clr>
        </p15:guide>
        <p15:guide id="9" pos="4271" userDrawn="1">
          <p15:clr>
            <a:srgbClr val="FBAE40"/>
          </p15:clr>
        </p15:guide>
        <p15:guide id="10" pos="1459" userDrawn="1">
          <p15:clr>
            <a:srgbClr val="FBAE40"/>
          </p15:clr>
        </p15:guide>
        <p15:guide id="11" pos="5677" userDrawn="1">
          <p15:clr>
            <a:srgbClr val="FBAE40"/>
          </p15:clr>
        </p15:guide>
        <p15:guide id="12" pos="5836" userDrawn="1">
          <p15:clr>
            <a:srgbClr val="FBAE40"/>
          </p15:clr>
        </p15:guide>
        <p15:guide id="13" pos="3024" userDrawn="1">
          <p15:clr>
            <a:srgbClr val="FBAE40"/>
          </p15:clr>
        </p15:guide>
        <p15:guide id="14" pos="4430" userDrawn="1">
          <p15:clr>
            <a:srgbClr val="FBAE40"/>
          </p15:clr>
        </p15:guide>
        <p15:guide id="15" orient="horz" pos="37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FA7170FA-0038-7C4E-A4FB-C173887BFA2E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42095016-343E-9F41-9667-439DBD5A4FE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34799" y="1206000"/>
            <a:ext cx="10908000" cy="4599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A17D5FD-3098-BE4A-BC03-5C5E4757314B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FE3E8C-A0FB-E642-875B-D21B77EE2E6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2EDB2F-DB65-1848-A88B-75BF04491EB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7724FF67-4A9F-AA4F-BB06-B96E2E6C9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35267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77FC00-58D2-AC4E-A5AB-8C5A174521C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FEA509C-16C9-7F4E-A006-4B4A69FBA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179CD-2DFE-FE48-88FA-99A08000660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714213-985D-F049-AC24-0011BCAE29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2AFD8BD-1B68-074D-9599-F2383776A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86B49C55-F108-3C42-B547-CC4E75AAC7B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969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76EEEE-53F6-9642-B1ED-C868DA1F34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800" y="1206001"/>
            <a:ext cx="11520000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0F89A5-3C39-F749-B805-46E3C20CD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85C8D8-7D67-274F-AD1B-6EB7E2AD03FE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FD4C86A-1273-9243-B646-482137D81FC4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F54E956C-C25B-424C-A798-CFAB5A0744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10608733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CC11AC0-5E95-6446-A63C-B54CF66E1A7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64A4A2-ACC1-3A4D-B3DF-04B8BE3230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9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06E7E-E9A1-9840-A9E1-79686DE197B3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5CEB99C0-EF74-E74F-B415-AC2BCEF5C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1C382A7-D6AD-AB42-8366-09637EA67B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CB2A227-4716-6A4A-8272-F88DB2FFFBE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775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35C83EAB-0D4D-FF4D-BD7D-83582A1D3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962" y="1206000"/>
            <a:ext cx="5617105" cy="4597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62226A8-783C-944D-805D-729AE9D7328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39933" y="1205999"/>
            <a:ext cx="5617105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5EFD5-E76A-D946-BC26-AD901858F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C0CF17D-51BF-164A-AC97-07E21B06BA05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1F91C5D-F634-9644-87D6-699DB093E3DE}"/>
              </a:ext>
            </a:extLst>
          </p:cNvPr>
          <p:cNvSpPr txBox="1"/>
          <p:nvPr userDrawn="1"/>
        </p:nvSpPr>
        <p:spPr>
          <a:xfrm>
            <a:off x="4148529" y="-263968"/>
            <a:ext cx="181555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Rechter Bildrand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5C2419-4BDD-B44C-B359-47312BEFFA1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CDA3237-D4E2-544E-B93D-836F946396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54E92864-A0E0-314A-8C49-29B1171014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8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88AA7485-A9F3-004C-AE34-E8AC9C45BF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5580964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13B5A4-26D9-8740-ACBB-09F01B228133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7AB9DCE-9E10-3E4C-857C-B8C27D76A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9B1BBC-665F-AF4B-8F72-7AB1B40FEBE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110A617E-8FCC-244D-8AD5-BF151B15A7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143B38-D55C-EA4D-B6F2-C2894CCA34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20F8886F-22F5-4746-A8E8-574C3C4EC0C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1266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5999"/>
            <a:ext cx="5617104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F7B6FB-B0F6-3341-BCCD-5EA90FA333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C2644F-FCE1-1048-B810-F35855B30C08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9A680A6-80A5-3A40-89EC-AFFBA511320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FEA65F3-E022-8A40-99FF-39D64B823CCE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47C19FD3-313A-D64E-9440-4A82499E3D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000"/>
            <a:ext cx="4796724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B2B3229-4766-F845-8CCB-5DC95F270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0"/>
            <a:ext cx="5617106" cy="4608513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Mastertextformat bearbeiten 18pt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18pt</a:t>
            </a:r>
          </a:p>
          <a:p>
            <a:pPr lvl="3"/>
            <a:r>
              <a:rPr lang="de-DE" dirty="0"/>
              <a:t>Vierte Ebene 18pt</a:t>
            </a:r>
          </a:p>
          <a:p>
            <a:pPr lvl="4"/>
            <a:r>
              <a:rPr lang="de-DE" dirty="0"/>
              <a:t>Fünfte Ebene 14,5pt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B36594-3440-4A40-8496-8A327EE58A6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E86A0B5-4B53-424B-84C2-14958884B1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D1ADDF-8F4C-BC48-B65C-59B0BEC4AA8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E6B334F-49E0-7249-9A77-6189C78F5C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3A27012-D968-1444-9A3B-CE30153629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FF730494-443D-2A43-8332-9B9FE56CBE8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5848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10" orient="horz" pos="377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klein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6000"/>
            <a:ext cx="5617104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130442-AFCC-A34B-846F-B4148DBD901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5A3B40C-54E9-AB4D-8AC7-E38CD18B5B70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71DC39-E545-5E4C-B503-4F1AA64CC520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0F38C7-64DE-D04A-B7C6-B8A2D35BC9D5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E7E246A2-CC15-8343-93B1-CFDABB587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52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21" name="Textplatzhalter 2" descr="te " title="text">
            <a:extLst>
              <a:ext uri="{FF2B5EF4-FFF2-40B4-BE49-F238E27FC236}">
                <a16:creationId xmlns:a16="http://schemas.microsoft.com/office/drawing/2014/main" id="{CAAED048-28A8-8940-B7A5-3D4D92B767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1"/>
            <a:ext cx="5617106" cy="4599488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 dirty="0"/>
              <a:t>Mastertextformat bearbeiten 14,5pt</a:t>
            </a:r>
          </a:p>
          <a:p>
            <a:pPr lvl="1"/>
            <a:r>
              <a:rPr lang="de-DE" dirty="0"/>
              <a:t>Zweite Ebene 14,5pt</a:t>
            </a:r>
          </a:p>
          <a:p>
            <a:pPr lvl="2"/>
            <a:r>
              <a:rPr lang="de-DE" dirty="0"/>
              <a:t>Dritte Ebene 14,5pt</a:t>
            </a:r>
          </a:p>
          <a:p>
            <a:pPr lvl="3"/>
            <a:r>
              <a:rPr lang="de-DE" dirty="0"/>
              <a:t>Vierte Ebene 14,5pt</a:t>
            </a:r>
          </a:p>
          <a:p>
            <a:pPr lvl="4"/>
            <a:r>
              <a:rPr lang="de-DE" dirty="0"/>
              <a:t>Fünfte Ebene 14,5pt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31D2AF-8FEB-7841-B7CE-8E7D120E0BD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7B87EDE-89CA-8D42-9DC8-E7B7769EDC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268177-AE4A-684B-8FE0-98F4DB068EC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0E987E8-E4E5-1C47-B903-44A3B86ED4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86D69A4-9E2A-FB4E-8DF6-21FBA62915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2CF0516E-EB4A-A449-8DFA-05FA5ED672A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050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CC0E7EA5-5642-534B-A54D-23A7A42F66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80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Vollformat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ED79333-D2FE-4149-A558-6ACD9C9F39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Hier kommt die Quelle/Legende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3E935-DC8B-EE4A-A835-A6B75AB07EE4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sz="10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4B28-82C0-7D4A-B3DD-7BF6E2000D6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291B1AC-EAF4-764A-B143-A5E022AB517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0E61C0F-3B73-384B-8065-6D982FD4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48C0BA75-FEC2-B143-96A7-7F0A36612E7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8CB54A-796D-8146-ADB4-80A2698D9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33858" y="7129"/>
            <a:ext cx="12166650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5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dirty="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0" y="7129"/>
            <a:ext cx="12192000" cy="6843741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143E493-6FF6-CA40-BAA4-1659EEE48D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D7396E-618B-1D42-9491-D3E42AB8C8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1F34162-D4E3-FD41-8C92-098D0E9599D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382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dirty="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334963" y="1196975"/>
            <a:ext cx="10909300" cy="4608513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ADD80C-69BF-394C-8E09-B1E69D9AF17E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67E46-D097-D54C-821F-7C2BC559553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DFF2F0-219B-604D-8A04-4A0A5184148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4E504BD-D8EC-5C4C-B753-4E75542C93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 dirty="0"/>
              <a:t>Mastertextformat bearbeiten 32pt / ZA 30pt</a:t>
            </a:r>
          </a:p>
          <a:p>
            <a:pPr lvl="1"/>
            <a:r>
              <a:rPr lang="de-DE" dirty="0"/>
              <a:t>Zweite Ebene 18pt</a:t>
            </a:r>
          </a:p>
          <a:p>
            <a:pPr lvl="2"/>
            <a:r>
              <a:rPr lang="de-DE" dirty="0"/>
              <a:t>Dritte Ebene 14,5pt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1032B5D-DEF2-5F42-8B82-27D1F1CF1F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B6F7CC5-BB04-744D-AC90-D1C2F3CD661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3370869-6FB1-0545-9436-445EB7325B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6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Präsentation // EN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151CC415-D610-164F-8212-19D930A4FE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878014"/>
            <a:ext cx="12192000" cy="4979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E5D8AC-DBDD-8042-8A9E-253E12704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85222" y="399917"/>
            <a:ext cx="1734897" cy="88022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A73AD921-16F2-3B46-9FDD-5415DE1C05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800" y="638502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 err="1"/>
              <a:t>www.h-ka.de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F26BDA-907D-2E47-B1CD-6C22CA6027FD}"/>
              </a:ext>
            </a:extLst>
          </p:cNvPr>
          <p:cNvSpPr txBox="1"/>
          <p:nvPr userDrawn="1"/>
        </p:nvSpPr>
        <p:spPr>
          <a:xfrm>
            <a:off x="-2356645" y="182249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8575FA1-3AA5-F649-816C-2E0662725254}"/>
              </a:ext>
            </a:extLst>
          </p:cNvPr>
          <p:cNvSpPr txBox="1"/>
          <p:nvPr userDrawn="1"/>
        </p:nvSpPr>
        <p:spPr>
          <a:xfrm>
            <a:off x="-2356646" y="6527464"/>
            <a:ext cx="1915971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Domain/sonstige Info</a:t>
            </a:r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A0983EF8-6907-9B4B-9370-19CC69B03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1198800"/>
            <a:ext cx="1319153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873CCAF-E7C6-2047-9734-90C61A6AEC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7941B59-A3C9-3D41-BCD5-6E217D5D9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60A417A-6251-5F4A-B9DF-8CD21F0B1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10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ENDE_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E7EBA15-E6DE-9944-99E0-ABDB4E5D7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637200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 err="1"/>
              <a:t>www.h-ka.de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dirty="0" err="1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B5ACA4C-4F39-604A-9FE7-667DCEBC1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rgbClr val="D72305"/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27FEBF-F841-9845-B6A8-6D3097352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305"/>
            <a:ext cx="1356360" cy="9144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231604B-8620-CA4A-AC7F-053FE140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90F77C6-D65A-F143-9A41-DAF0395F2A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67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86D881-C191-674F-A26E-410BBB8FC6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A008FA-65D3-0E47-AEB5-37D11E17D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70" r:id="rId2"/>
    <p:sldLayoutId id="2147483825" r:id="rId3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87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6289" userDrawn="1">
          <p15:clr>
            <a:srgbClr val="F26B43"/>
          </p15:clr>
        </p15:guide>
        <p15:guide id="10" pos="6440" userDrawn="1">
          <p15:clr>
            <a:srgbClr val="F26B43"/>
          </p15:clr>
        </p15:guide>
        <p15:guide id="11" orient="horz" pos="4042" userDrawn="1">
          <p15:clr>
            <a:srgbClr val="F26B43"/>
          </p15:clr>
        </p15:guide>
        <p15:guide id="12" orient="horz" pos="4197" userDrawn="1">
          <p15:clr>
            <a:srgbClr val="F26B43"/>
          </p15:clr>
        </p15:guide>
        <p15:guide id="14" orient="horz" pos="4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feld 19">
            <a:extLst>
              <a:ext uri="{FF2B5EF4-FFF2-40B4-BE49-F238E27FC236}">
                <a16:creationId xmlns:a16="http://schemas.microsoft.com/office/drawing/2014/main" id="{71B0FBC3-4352-044E-8291-90541ABE6965}"/>
              </a:ext>
            </a:extLst>
          </p:cNvPr>
          <p:cNvSpPr txBox="1"/>
          <p:nvPr userDrawn="1"/>
        </p:nvSpPr>
        <p:spPr>
          <a:xfrm>
            <a:off x="-2356645" y="619408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Navigation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37490B-ECC9-B74B-97A2-DEB675E2D160}"/>
              </a:ext>
            </a:extLst>
          </p:cNvPr>
          <p:cNvSpPr txBox="1"/>
          <p:nvPr userDrawn="1"/>
        </p:nvSpPr>
        <p:spPr>
          <a:xfrm>
            <a:off x="-2356645" y="565710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Inhalt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AB5AF7D-3C45-1849-B0BB-6B0935832BBC}"/>
              </a:ext>
            </a:extLst>
          </p:cNvPr>
          <p:cNvSpPr txBox="1"/>
          <p:nvPr userDrawn="1"/>
        </p:nvSpPr>
        <p:spPr>
          <a:xfrm>
            <a:off x="383118" y="699602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 dirty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Navigation</a:t>
            </a: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840325F-7756-0149-8183-117E8A6BE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431336"/>
            <a:ext cx="2742936" cy="979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3005BA2-ABF8-0A46-8B15-84F2660EFA6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30392229-6F47-7741-914D-5DBE64320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153519"/>
            <a:ext cx="10909299" cy="13894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39"/>
              </a:lnSpc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90108F2C-E92D-444D-A4AF-D5EFEA52A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699" y="6274088"/>
            <a:ext cx="2743200" cy="1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en-US"/>
              <a:t>23. Juli 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438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861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  <p15:guide id="11" orient="horz" pos="4292" userDrawn="1">
          <p15:clr>
            <a:srgbClr val="F26B43"/>
          </p15:clr>
        </p15:guide>
        <p15:guide id="13" pos="708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</p:sldLayoutIdLst>
  <p:hf hdr="0"/>
  <p:txStyles>
    <p:titleStyle>
      <a:lvl1pPr algn="l" defTabSz="414772" rtl="0" eaLnBrk="1" latinLnBrk="0" hangingPunct="1">
        <a:lnSpc>
          <a:spcPct val="90000"/>
        </a:lnSpc>
        <a:spcBef>
          <a:spcPct val="0"/>
        </a:spcBef>
        <a:buNone/>
        <a:defRPr sz="2948" kern="1200" baseline="0">
          <a:solidFill>
            <a:schemeClr val="tx1"/>
          </a:solidFill>
          <a:latin typeface="Calibri Bold" pitchFamily="2" charset="77"/>
          <a:ea typeface="+mj-ea"/>
          <a:cs typeface="+mj-cs"/>
        </a:defRPr>
      </a:lvl1pPr>
    </p:titleStyle>
    <p:bodyStyle>
      <a:lvl1pPr marL="103693" indent="-103693" algn="l" defTabSz="414772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11079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725851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933237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140623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348008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555394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762780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1pPr>
      <a:lvl2pPr marL="20738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2pPr>
      <a:lvl3pPr marL="414772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3pPr>
      <a:lvl4pPr marL="622158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829544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03693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24431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451701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659087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orient="horz" pos="187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118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651E998-34C7-4B40-B1EA-FDC3E032AC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Robogistics</a:t>
            </a:r>
            <a:r>
              <a:rPr lang="de-DE" dirty="0"/>
              <a:t> Projekt – </a:t>
            </a:r>
            <a:r>
              <a:rPr lang="de-DE" dirty="0" err="1"/>
              <a:t>Duckietown</a:t>
            </a:r>
            <a:endParaRPr lang="de-DE" dirty="0"/>
          </a:p>
          <a:p>
            <a:endParaRPr lang="de-DE" dirty="0"/>
          </a:p>
          <a:p>
            <a:r>
              <a:rPr lang="de-DE" dirty="0"/>
              <a:t>Challenge 3 &amp; 4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6A8CA0-566D-4DA8-A106-E4131C0FD12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2BDE79-B8B5-4DF4-8672-3C15BD7CF5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800" y="5849861"/>
            <a:ext cx="3271937" cy="852780"/>
          </a:xfrm>
        </p:spPr>
        <p:txBody>
          <a:bodyPr/>
          <a:lstStyle/>
          <a:p>
            <a:r>
              <a:rPr lang="de-DE" sz="1400" b="1" dirty="0"/>
              <a:t>Gruppe 1:</a:t>
            </a:r>
            <a:endParaRPr lang="de-DE" sz="1200" b="1" dirty="0"/>
          </a:p>
          <a:p>
            <a:r>
              <a:rPr lang="de-DE" sz="1200" dirty="0"/>
              <a:t>Magnus Neumann</a:t>
            </a:r>
            <a:br>
              <a:rPr lang="de-DE" sz="1200" dirty="0"/>
            </a:br>
            <a:r>
              <a:rPr lang="de-DE" sz="1200" dirty="0"/>
              <a:t>Simon Höß</a:t>
            </a:r>
          </a:p>
        </p:txBody>
      </p:sp>
    </p:spTree>
    <p:extLst>
      <p:ext uri="{BB962C8B-B14F-4D97-AF65-F5344CB8AC3E}">
        <p14:creationId xmlns:p14="http://schemas.microsoft.com/office/powerpoint/2010/main" val="1017072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AC3B-A2B2-F9ED-C5BB-E1B26D4D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4CB240-B36A-0818-6553-1E96E950E2B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AD65763-A3AF-8D69-4013-0D46200560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b="1" dirty="0" err="1"/>
              <a:t>Duckie</a:t>
            </a:r>
            <a:r>
              <a:rPr lang="de-DE" sz="2400" b="1" dirty="0"/>
              <a:t>-Erkennung mit YOLO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Kontinuierliche Auswertung Kamerabild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 err="1"/>
              <a:t>Bounding</a:t>
            </a:r>
            <a:r>
              <a:rPr lang="de-DE" sz="2400" dirty="0"/>
              <a:t> Boxes und Klassenzuordnung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Trainierter Objektdetektor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b="1" dirty="0"/>
              <a:t>Neues Fahrkonzept: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Einteilung in Fahrbereiche (Entfernung)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Nahe Objekte/Linien lösen starke Reaktion aus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 err="1"/>
              <a:t>Geschw</a:t>
            </a:r>
            <a:r>
              <a:rPr lang="de-DE" sz="2400" dirty="0"/>
              <a:t>. reduzieren bzw. anhalten</a:t>
            </a:r>
          </a:p>
          <a:p>
            <a:pPr marL="594900" lvl="1" indent="-3429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Hindernisvermeidung hat höhere Priorität als normale Spurregelung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8FB2D8-952A-6D3B-9AB7-26FF8F35717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2A3EE-32FE-2D13-CC0D-4ABF834AA1C1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CAE0311-E577-4D67-DA93-248188E3CAA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Challenge 3: </a:t>
            </a:r>
            <a:r>
              <a:rPr lang="de-DE" dirty="0" err="1"/>
              <a:t>Avoid</a:t>
            </a:r>
            <a:r>
              <a:rPr lang="de-DE" dirty="0"/>
              <a:t> Ducks</a:t>
            </a:r>
          </a:p>
          <a:p>
            <a:endParaRPr lang="en-GB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06628BA-36F6-A2A6-1E91-40B2429C122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Bildplatzhalter 19">
            <a:extLst>
              <a:ext uri="{FF2B5EF4-FFF2-40B4-BE49-F238E27FC236}">
                <a16:creationId xmlns:a16="http://schemas.microsoft.com/office/drawing/2014/main" id="{A0DD2EE6-B3AF-62CF-E7E1-05017B82C35B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l="8214" t="2722" r="8214"/>
          <a:stretch>
            <a:fillRect/>
          </a:stretch>
        </p:blipFill>
        <p:spPr>
          <a:xfrm>
            <a:off x="6239934" y="1331259"/>
            <a:ext cx="5617104" cy="447554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397399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B843-2154-EA9A-1BF0-743BCA5C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>
            <a:extLst>
              <a:ext uri="{FF2B5EF4-FFF2-40B4-BE49-F238E27FC236}">
                <a16:creationId xmlns:a16="http://schemas.microsoft.com/office/drawing/2014/main" id="{1FAAC132-FC51-49CB-9014-9702917F588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l="3611" t="4691" r="10900" b="5641"/>
          <a:stretch>
            <a:fillRect/>
          </a:stretch>
        </p:blipFill>
        <p:spPr>
          <a:xfrm>
            <a:off x="6235168" y="1206001"/>
            <a:ext cx="5009094" cy="437455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3D4E81-1B30-C8D0-0B8D-8D04822D967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4BCB200-424B-E551-6B9B-9A4897212A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/>
              <a:t>Topologie des Streckennetztes vorgegeben durch Graph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Knoten = Kreuzungen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Kanten = Straßen zwischen Kreuzungen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Ports beschreiben Ein-/Ausfahrten</a:t>
            </a:r>
          </a:p>
          <a:p>
            <a:pPr marL="594900" lvl="1" indent="-34290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e-DE" sz="2400" dirty="0">
                <a:sym typeface="Wingdings" panose="05000000000000000000" pitchFamily="2" charset="2"/>
              </a:rPr>
              <a:t>Struktur &amp; Startpunkt in </a:t>
            </a:r>
            <a:r>
              <a:rPr lang="de-DE" sz="2400" dirty="0" err="1">
                <a:sym typeface="Wingdings" panose="05000000000000000000" pitchFamily="2" charset="2"/>
              </a:rPr>
              <a:t>graph.json</a:t>
            </a:r>
            <a:endParaRPr lang="de-DE" sz="24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sym typeface="Wingdings" panose="05000000000000000000" pitchFamily="2" charset="2"/>
              </a:rPr>
              <a:t>Beispielgraph: </a:t>
            </a:r>
            <a:br>
              <a:rPr lang="de-DE" sz="2400" dirty="0">
                <a:sym typeface="Wingdings" panose="05000000000000000000" pitchFamily="2" charset="2"/>
              </a:rPr>
            </a:br>
            <a:r>
              <a:rPr lang="de-DE" sz="2400" dirty="0">
                <a:sym typeface="Wingdings" panose="05000000000000000000" pitchFamily="2" charset="2"/>
              </a:rPr>
              <a:t>{ A:{ 1:(B,1), 2:(C,2), 3:(C,1), 4:(B,2)},</a:t>
            </a:r>
            <a:br>
              <a:rPr lang="de-DE" sz="2400" dirty="0">
                <a:sym typeface="Wingdings" panose="05000000000000000000" pitchFamily="2" charset="2"/>
              </a:rPr>
            </a:br>
            <a:r>
              <a:rPr lang="de-DE" sz="2400" dirty="0">
                <a:sym typeface="Wingdings" panose="05000000000000000000" pitchFamily="2" charset="2"/>
              </a:rPr>
              <a:t>B:{ 1:(A,1), 2:(A,4), 3:(C,4)},</a:t>
            </a:r>
            <a:br>
              <a:rPr lang="de-DE" sz="2400" dirty="0">
                <a:sym typeface="Wingdings" panose="05000000000000000000" pitchFamily="2" charset="2"/>
              </a:rPr>
            </a:br>
            <a:r>
              <a:rPr lang="de-DE" sz="2400" dirty="0">
                <a:sym typeface="Wingdings" panose="05000000000000000000" pitchFamily="2" charset="2"/>
              </a:rPr>
              <a:t>C:{ 1:(A,3), 2:(A,2) 4:(B,3)} }</a:t>
            </a:r>
          </a:p>
          <a:p>
            <a:pPr marL="594900" lvl="1" indent="-342900">
              <a:lnSpc>
                <a:spcPct val="100000"/>
              </a:lnSpc>
              <a:buFont typeface="Wingdings" panose="05000000000000000000" pitchFamily="2" charset="2"/>
              <a:buChar char="à"/>
            </a:pPr>
            <a:endParaRPr lang="de-DE" sz="2400" dirty="0">
              <a:sym typeface="Wingdings" panose="05000000000000000000" pitchFamily="2" charset="2"/>
            </a:endParaRPr>
          </a:p>
          <a:p>
            <a:pPr lvl="1" indent="0">
              <a:lnSpc>
                <a:spcPct val="100000"/>
              </a:lnSpc>
              <a:buNone/>
            </a:pPr>
            <a:endParaRPr lang="de-DE" sz="2400" dirty="0"/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de-DE" sz="24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73F324-A5EC-8FC4-90F2-389B7887A2F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0559E0-2718-8B7E-556C-1169B9FFB6CF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BBD2360-DDC0-C544-E93E-02CC9EDD5B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Challenge 4: Mapping</a:t>
            </a:r>
          </a:p>
          <a:p>
            <a:endParaRPr lang="en-GB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F1D42BF7-1325-9D8C-A4D8-1AAD7B7EEA2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30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0CA0-3DF9-9381-7C29-BE5F058D9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platzhalter 19">
            <a:extLst>
              <a:ext uri="{FF2B5EF4-FFF2-40B4-BE49-F238E27FC236}">
                <a16:creationId xmlns:a16="http://schemas.microsoft.com/office/drawing/2014/main" id="{AC636C94-3C0C-3DEE-E90C-84F985FDD516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l="5025" t="3600" r="370" b="3365"/>
          <a:stretch>
            <a:fillRect/>
          </a:stretch>
        </p:blipFill>
        <p:spPr>
          <a:xfrm>
            <a:off x="4153605" y="914300"/>
            <a:ext cx="7319258" cy="5741994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331951-324A-5F96-D92E-D972F9D1D3F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6CDAB6C-789F-0949-9285-D3FC00299A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206000"/>
            <a:ext cx="6002775" cy="46085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sz="2400" b="1" dirty="0"/>
              <a:t>Ablauf: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Kreuzung verlassen &amp; Zeitmessung starten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Gate erkennen (</a:t>
            </a:r>
            <a:r>
              <a:rPr lang="de-DE" sz="2400" dirty="0" err="1"/>
              <a:t>AprilTags</a:t>
            </a:r>
            <a:r>
              <a:rPr lang="de-DE" sz="2400" dirty="0"/>
              <a:t> ID 5-13)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An nächster Stopplinie halten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400" dirty="0"/>
              <a:t>Fahrzeit &amp; Gate pro Kante speichern und als besucht markieren</a:t>
            </a:r>
          </a:p>
          <a:p>
            <a:pPr marL="594900" lvl="1" indent="-34290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e-DE" sz="2400" dirty="0">
                <a:sym typeface="Wingdings" panose="05000000000000000000" pitchFamily="2" charset="2"/>
              </a:rPr>
              <a:t>Mapping abgeschlossen, wenn alle Straßen erfasst wurden</a:t>
            </a:r>
          </a:p>
          <a:p>
            <a:pPr marL="594900" lvl="1" indent="-342900">
              <a:lnSpc>
                <a:spcPct val="100000"/>
              </a:lnSpc>
              <a:buFont typeface="Wingdings" panose="05000000000000000000" pitchFamily="2" charset="2"/>
              <a:buChar char="à"/>
            </a:pPr>
            <a:r>
              <a:rPr lang="de-DE" sz="2400" dirty="0">
                <a:sym typeface="Wingdings" panose="05000000000000000000" pitchFamily="2" charset="2"/>
              </a:rPr>
              <a:t>Visualisierung</a:t>
            </a:r>
            <a:endParaRPr lang="de-DE" sz="240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7FD752-23CA-A855-DE78-0536DA76F6B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8BA869-3722-6B5C-401B-FF6124B50CA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8D1BD10-E763-A7C0-4FA3-B20619DB0C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Challenge 4: Mapping</a:t>
            </a:r>
          </a:p>
          <a:p>
            <a:endParaRPr lang="en-GB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CFA3337-07F9-458F-A9E5-6C5FC758C1E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870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89AA-564E-424E-00C8-FE0B8457D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1C0724B-733F-B751-CF76-445D9BFDFC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800" b="1" dirty="0"/>
              <a:t>Grundlage: </a:t>
            </a:r>
            <a:r>
              <a:rPr lang="de-DE" sz="2800" dirty="0"/>
              <a:t>challenge4_mapping.json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 err="1"/>
              <a:t>Graphstruktur</a:t>
            </a:r>
            <a:endParaRPr lang="de-DE" sz="2800" dirty="0"/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Gate-Zuordnung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Gemessene Fahrzeiten (Kantengewichte)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800" b="1" dirty="0"/>
              <a:t>Schnellste Route: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Reihenfolge wird beim Start im Terminal eingegeben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Prüft mögliche Anfahrtsrichtungen und kürzeste Route mit Dijkstra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U-Turns werden vermieden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de-DE" sz="2800" dirty="0">
                <a:sym typeface="Wingdings" panose="05000000000000000000" pitchFamily="2" charset="2"/>
              </a:rPr>
              <a:t> Route mit kleinster Gesamtfahrzeit wird gewählt</a:t>
            </a:r>
            <a:endParaRPr lang="de-DE" sz="28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D4562B-478D-168B-2A26-E5004F4714E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Challenge 4: Navigation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C6DFE1C-D4E0-7214-E43B-210C4A0053B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B5EAEFB-F74B-5004-4C22-2448B20030EB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7858BC-8201-EFC9-3968-9A9727612FE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9FCC36-38AB-EF76-1045-46BBBFAF474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9115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FDC3-FCF2-69AB-A443-C6879191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4438656E-A86D-6BFE-A032-BAFF299C90A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/>
          <a:srcRect l="4060" r="-1580" b="2617"/>
          <a:stretch>
            <a:fillRect/>
          </a:stretch>
        </p:blipFill>
        <p:spPr>
          <a:xfrm>
            <a:off x="4585448" y="1206000"/>
            <a:ext cx="6881625" cy="5489022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8E3C01-D0FC-49A2-BEAF-D36CAD51499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19ED310-8AAC-37F6-C010-306CBBEA68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206000"/>
            <a:ext cx="6254096" cy="4608513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800" b="1" dirty="0"/>
              <a:t>Fahren: </a:t>
            </a:r>
            <a:endParaRPr lang="de-DE" sz="2800" dirty="0"/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Fahrentscheidung an Kreuzung aus Route bestimmen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Abbiegemanöver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Befahren der Straße und Gate-Erkennung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Aktualisierte Position an der nächsten Stopplinie</a:t>
            </a:r>
          </a:p>
          <a:p>
            <a:pPr marL="709200" lvl="1" indent="-45720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de-DE" sz="2800" dirty="0"/>
              <a:t>Nächster Routenschritt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ED37B7-EB14-2C85-EC3E-277204FB241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575B34-D7FD-18B6-DB65-52B3AD18582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en-US"/>
              <a:t>23. Juli 2026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703E117-B00C-183F-2247-4BFD5550A01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Challenge 4: Navigation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5292763-88FB-2E00-4ECF-317B0BE3E36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26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FEA83AC-ED5A-4D83-BDC4-6723167154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112C423-B8E9-4164-9524-F6F37379AE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164211"/>
      </p:ext>
    </p:extLst>
  </p:cSld>
  <p:clrMapOvr>
    <a:masterClrMapping/>
  </p:clrMapOvr>
</p:sld>
</file>

<file path=ppt/theme/theme1.xml><?xml version="1.0" encoding="utf-8"?>
<a:theme xmlns:a="http://schemas.openxmlformats.org/drawingml/2006/main" name="MMT_Präsentation // Cover">
  <a:themeElements>
    <a:clrScheme name="HKA _ RGB _200330">
      <a:dk1>
        <a:srgbClr val="000000"/>
      </a:dk1>
      <a:lt1>
        <a:srgbClr val="FFFFFF"/>
      </a:lt1>
      <a:dk2>
        <a:srgbClr val="FFFFFF"/>
      </a:dk2>
      <a:lt2>
        <a:srgbClr val="D72305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solidFill>
            <a:schemeClr val="accent1"/>
          </a:solidFill>
        </a:ln>
      </a:spPr>
      <a:bodyPr anchor="b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F6FE5838-E985-0444-BA82-E2407BD59B90}"/>
    </a:ext>
  </a:extLst>
</a:theme>
</file>

<file path=ppt/theme/theme2.xml><?xml version="1.0" encoding="utf-8"?>
<a:theme xmlns:a="http://schemas.openxmlformats.org/drawingml/2006/main" name="MMT_Präsentation // Inhalt">
  <a:themeElements>
    <a:clrScheme name="HKA RGB 200528">
      <a:dk1>
        <a:srgbClr val="000000"/>
      </a:dk1>
      <a:lt1>
        <a:srgbClr val="FFFFFF"/>
      </a:lt1>
      <a:dk2>
        <a:srgbClr val="FFFFFF"/>
      </a:dk2>
      <a:lt2>
        <a:srgbClr val="288632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 wrap="none" lIns="0" tIns="0" rIns="0" bIns="0" rtlCol="0" anchor="t" anchorCtr="0">
        <a:noAutofit/>
      </a:bodyPr>
      <a:lstStyle>
        <a:defPPr algn="l">
          <a:defRPr sz="2500" dirty="0" err="1" smtClean="0">
            <a:latin typeface="Calibri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DC83980D-0759-7C49-8D56-37B38C213867}"/>
    </a:ext>
  </a:extLst>
</a:theme>
</file>

<file path=ppt/theme/theme3.xml><?xml version="1.0" encoding="utf-8"?>
<a:theme xmlns:a="http://schemas.openxmlformats.org/drawingml/2006/main" name="MMT_Präsentation // ENDE">
  <a:themeElements>
    <a:clrScheme name="HKA RGB_">
      <a:dk1>
        <a:srgbClr val="000000"/>
      </a:dk1>
      <a:lt1>
        <a:srgbClr val="FFFFFF"/>
      </a:lt1>
      <a:dk2>
        <a:srgbClr val="FFFFFF"/>
      </a:dk2>
      <a:lt2>
        <a:srgbClr val="E5322A"/>
      </a:lt2>
      <a:accent1>
        <a:srgbClr val="E53214"/>
      </a:accent1>
      <a:accent2>
        <a:srgbClr val="8B2C83"/>
      </a:accent2>
      <a:accent3>
        <a:srgbClr val="633680"/>
      </a:accent3>
      <a:accent4>
        <a:srgbClr val="1D4595"/>
      </a:accent4>
      <a:accent5>
        <a:srgbClr val="2869AF"/>
      </a:accent5>
      <a:accent6>
        <a:srgbClr val="198282"/>
      </a:accent6>
      <a:hlink>
        <a:srgbClr val="32AA45"/>
      </a:hlink>
      <a:folHlink>
        <a:srgbClr val="E63214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0525_CAP_HKA_CI-110_Powerpoint-Vorlage_4-3" id="{36888DAB-FF53-A440-8097-845CEFB1AA44}" vid="{E42CDC82-84E0-DD46-8893-D2D2E621558B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 Cover</Template>
  <TotalTime>0</TotalTime>
  <Words>314</Words>
  <Application>Microsoft Office PowerPoint</Application>
  <PresentationFormat>Breitbild</PresentationFormat>
  <Paragraphs>63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7</vt:i4>
      </vt:variant>
    </vt:vector>
  </HeadingPairs>
  <TitlesOfParts>
    <vt:vector size="15" baseType="lpstr">
      <vt:lpstr>Wingdings</vt:lpstr>
      <vt:lpstr>Calibri</vt:lpstr>
      <vt:lpstr>Arial</vt:lpstr>
      <vt:lpstr>Courier New</vt:lpstr>
      <vt:lpstr>Calibri Bold</vt:lpstr>
      <vt:lpstr>MMT_Präsentation // Cover</vt:lpstr>
      <vt:lpstr>MMT_Präsentation // Inhalt</vt:lpstr>
      <vt:lpstr>MMT_Präsentation // ENDE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Verena Thaller</dc:creator>
  <cp:keywords/>
  <dc:description/>
  <cp:lastModifiedBy>Simon Hoess</cp:lastModifiedBy>
  <cp:revision>232</cp:revision>
  <cp:lastPrinted>2020-09-16T09:23:03Z</cp:lastPrinted>
  <dcterms:created xsi:type="dcterms:W3CDTF">2020-05-26T08:20:17Z</dcterms:created>
  <dcterms:modified xsi:type="dcterms:W3CDTF">2026-07-22T18:27:15Z</dcterms:modified>
  <cp:category/>
</cp:coreProperties>
</file>